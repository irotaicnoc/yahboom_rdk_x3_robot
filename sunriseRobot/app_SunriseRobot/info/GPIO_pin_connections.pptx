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621"/>
    <a:srgbClr val="FF6600"/>
    <a:srgbClr val="04B819"/>
    <a:srgbClr val="EBE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4B645-857F-B2BF-EA87-9BC6178C34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0EF801-E68A-FF23-7CEB-F4FE2A27C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D21F9-7645-95A6-0871-35ACAFAB0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B36D2-B36D-4CD7-B01F-B18C9CC58E4D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D527A-E6E4-464D-C0D2-8871051E8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E1CBA-72B8-F975-2901-F23EFBFDE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EDF23-4323-4265-BD19-82B3B0FD5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772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35A7A-C5E8-338D-7A4B-A09F55A3B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5A22D-479E-EF0D-2062-5CED0500F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2889F-0BE3-8120-ACAA-8D529F849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B36D2-B36D-4CD7-B01F-B18C9CC58E4D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E0FC-B0AC-F5C8-C502-CD4683F1F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1601B-473F-0D52-D380-D88D645F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EDF23-4323-4265-BD19-82B3B0FD5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8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D9312-63EB-DAFE-23E8-3E35A10D8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0AE6E-6198-33C3-6C34-E0DC1D211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B0AFD-DBEA-86BA-4903-397E1EFA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B36D2-B36D-4CD7-B01F-B18C9CC58E4D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9505B-570F-FF7C-258F-67BA70EA4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B11CA-C2ED-0272-40B1-1C0EB5FDD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EDF23-4323-4265-BD19-82B3B0FD5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60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CE6EC-C057-54FF-6E61-8B03175D0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27551-1CC0-9F29-CE01-C468DFBEA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D4760-5DFF-5585-7D45-0F1060393F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5D3AA-5DC7-201A-8686-57D0F0175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B36D2-B36D-4CD7-B01F-B18C9CC58E4D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16792-6627-CBC6-D9B3-910B15A7C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E4FF0-A103-BCAA-5B75-5E48AC103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EDF23-4323-4265-BD19-82B3B0FD5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09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5E80D-7EA2-1998-CEA8-4065485BF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FE694-8B6E-842F-4662-05D965E22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5CE13-0B74-5F85-D78E-F662754CE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62B428-E24C-91B0-AB53-9CEB7F3398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3052F5-947D-108B-CB0B-0EF664E3DA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2D8DFA-C045-0675-B665-82890640D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B36D2-B36D-4CD7-B01F-B18C9CC58E4D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74ED1-4FD7-13F2-FC55-B685A5D19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419A89-74EF-3829-752C-65DCA8FCF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EDF23-4323-4265-BD19-82B3B0FD5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734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24DC5-BC52-403E-77FB-53CCAB8C5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34D34B-B280-3BB3-0413-E7C9D75D3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B36D2-B36D-4CD7-B01F-B18C9CC58E4D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32F82-252D-4B75-0A90-A20D7DE53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1E389-CFFA-6725-F145-16EBCE2A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EDF23-4323-4265-BD19-82B3B0FD5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2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45AB73-1079-6D60-BF91-4D499AB7C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B36D2-B36D-4CD7-B01F-B18C9CC58E4D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EAE158-F1F7-55C9-9915-26FECC4A1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0F471-E4B4-9607-ED4E-6E632D7BA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EDF23-4323-4265-BD19-82B3B0FD5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60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4DC17-8749-75F0-CB4B-55A7515CC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A78FE-0880-E0A6-7F34-D9280DF41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8A861-93AC-636B-CD62-18CE54066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A3BC86-D0E4-9D2F-2412-DBE22448F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B36D2-B36D-4CD7-B01F-B18C9CC58E4D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266E8-0BE8-2168-E061-C5D5067E1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4D69D-57CF-A2E6-3595-0D51677DF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EDF23-4323-4265-BD19-82B3B0FD5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331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97130-FB8E-0512-C0A7-3ED40ED63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DB1BBA-F6E8-D2D5-4E0E-DBB0F145E1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46CBD2-6D43-1DA1-A7BF-F5F6F076F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B0CE8-6EB6-D578-82FB-BDC60D8A5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B36D2-B36D-4CD7-B01F-B18C9CC58E4D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1D566-BDA9-49CE-BEF5-53F20908D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EB1D2-0EFE-BD6A-43B4-B36EFAE5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EDF23-4323-4265-BD19-82B3B0FD5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946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058C-4BB0-80FD-F05C-E25516E7D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C32CB5-BEE8-9CC0-5204-0F60FC4A1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8E31-AF30-AAA9-A6FF-A1033C509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B36D2-B36D-4CD7-B01F-B18C9CC58E4D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FE56A-36D8-0361-E05C-D47D58F59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BEB1F-AAAB-D63E-CF53-8985DC19D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EDF23-4323-4265-BD19-82B3B0FD5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640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470F3-718E-78A5-CE6B-E12A466028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069D7-4953-FE81-30CD-037B176BFE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0B86C-ECF7-EA25-D66A-637C699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B36D2-B36D-4CD7-B01F-B18C9CC58E4D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41DCF-FDBF-E097-722B-DB347B417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A3BBF-3868-C15D-A3E4-CBEE0DBAA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EDF23-4323-4265-BD19-82B3B0FD5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40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576F22-86F2-8627-814F-F634185B0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AB130-2C60-40B0-3234-C0B2A7514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87541-E7AD-BE4A-ABD2-336C3216C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0B36D2-B36D-4CD7-B01F-B18C9CC58E4D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886B7-5DFD-96CA-9091-79A2F3DC90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E69EC-68B9-C7A8-D908-7A3CABD3ED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EEDF23-4323-4265-BD19-82B3B0FD5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930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5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table with different colors&#10;&#10;AI-generated content may be incorrect.">
            <a:extLst>
              <a:ext uri="{FF2B5EF4-FFF2-40B4-BE49-F238E27FC236}">
                <a16:creationId xmlns:a16="http://schemas.microsoft.com/office/drawing/2014/main" id="{E10DD877-FD23-20F8-A65F-95353E0DC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79" t="9444" r="31608" b="5826"/>
          <a:stretch/>
        </p:blipFill>
        <p:spPr>
          <a:xfrm>
            <a:off x="4584024" y="0"/>
            <a:ext cx="3023952" cy="68579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90AEA9A-B5AA-5CD1-D0C9-AC9B39ABBFCA}"/>
              </a:ext>
            </a:extLst>
          </p:cNvPr>
          <p:cNvSpPr/>
          <p:nvPr/>
        </p:nvSpPr>
        <p:spPr>
          <a:xfrm>
            <a:off x="2078601" y="597220"/>
            <a:ext cx="2687074" cy="4811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1028311-1464-B655-8038-B1971E0A5B47}"/>
              </a:ext>
            </a:extLst>
          </p:cNvPr>
          <p:cNvCxnSpPr>
            <a:cxnSpLocks/>
          </p:cNvCxnSpPr>
          <p:nvPr/>
        </p:nvCxnSpPr>
        <p:spPr>
          <a:xfrm>
            <a:off x="2090064" y="928319"/>
            <a:ext cx="2675611" cy="0"/>
          </a:xfrm>
          <a:prstGeom prst="line">
            <a:avLst/>
          </a:prstGeom>
          <a:ln w="57150">
            <a:solidFill>
              <a:srgbClr val="EBE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4549095-8EA5-743A-13B4-09055D206B08}"/>
              </a:ext>
            </a:extLst>
          </p:cNvPr>
          <p:cNvCxnSpPr>
            <a:cxnSpLocks/>
          </p:cNvCxnSpPr>
          <p:nvPr/>
        </p:nvCxnSpPr>
        <p:spPr>
          <a:xfrm>
            <a:off x="2078601" y="1248993"/>
            <a:ext cx="2687074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931AE35-33E6-5473-922F-5D29F7441AB0}"/>
              </a:ext>
            </a:extLst>
          </p:cNvPr>
          <p:cNvCxnSpPr>
            <a:cxnSpLocks/>
          </p:cNvCxnSpPr>
          <p:nvPr/>
        </p:nvCxnSpPr>
        <p:spPr>
          <a:xfrm>
            <a:off x="2151136" y="1570876"/>
            <a:ext cx="2614539" cy="0"/>
          </a:xfrm>
          <a:prstGeom prst="line">
            <a:avLst/>
          </a:prstGeom>
          <a:ln w="57150">
            <a:solidFill>
              <a:srgbClr val="04B8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D90546-BE46-074B-6382-58976FADF5D0}"/>
              </a:ext>
            </a:extLst>
          </p:cNvPr>
          <p:cNvCxnSpPr>
            <a:cxnSpLocks/>
          </p:cNvCxnSpPr>
          <p:nvPr/>
        </p:nvCxnSpPr>
        <p:spPr>
          <a:xfrm>
            <a:off x="2078601" y="1881766"/>
            <a:ext cx="268707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9DC9D3E-41B1-A0B7-23C3-7DDDCAEBE28D}"/>
              </a:ext>
            </a:extLst>
          </p:cNvPr>
          <p:cNvCxnSpPr>
            <a:cxnSpLocks/>
          </p:cNvCxnSpPr>
          <p:nvPr/>
        </p:nvCxnSpPr>
        <p:spPr>
          <a:xfrm>
            <a:off x="2090064" y="2201491"/>
            <a:ext cx="267561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Duo-LED, 5 mm, THT, 3-pin, rt/gn, CC, 60 mcd, 30°">
            <a:extLst>
              <a:ext uri="{FF2B5EF4-FFF2-40B4-BE49-F238E27FC236}">
                <a16:creationId xmlns:a16="http://schemas.microsoft.com/office/drawing/2014/main" id="{EE751A53-6571-EDBF-D0AD-355D2ECA97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64" t="2330" r="38019" b="5421"/>
          <a:stretch/>
        </p:blipFill>
        <p:spPr bwMode="auto">
          <a:xfrm rot="5400000">
            <a:off x="9172353" y="1176168"/>
            <a:ext cx="669128" cy="2636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6FF4E535-7550-0DC9-2B6C-48BAF2F24329}"/>
              </a:ext>
            </a:extLst>
          </p:cNvPr>
          <p:cNvSpPr/>
          <p:nvPr/>
        </p:nvSpPr>
        <p:spPr>
          <a:xfrm>
            <a:off x="5991225" y="2756852"/>
            <a:ext cx="2197671" cy="45719"/>
          </a:xfrm>
          <a:prstGeom prst="rect">
            <a:avLst/>
          </a:prstGeom>
          <a:solidFill>
            <a:srgbClr val="04B81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8" name="Straight Connector 1037">
            <a:extLst>
              <a:ext uri="{FF2B5EF4-FFF2-40B4-BE49-F238E27FC236}">
                <a16:creationId xmlns:a16="http://schemas.microsoft.com/office/drawing/2014/main" id="{50BE8B77-D752-3F6B-9519-D051239A9693}"/>
              </a:ext>
            </a:extLst>
          </p:cNvPr>
          <p:cNvCxnSpPr>
            <a:cxnSpLocks/>
          </p:cNvCxnSpPr>
          <p:nvPr/>
        </p:nvCxnSpPr>
        <p:spPr>
          <a:xfrm flipV="1">
            <a:off x="5991225" y="2201491"/>
            <a:ext cx="2224088" cy="265359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0" name="Straight Connector 1039">
            <a:extLst>
              <a:ext uri="{FF2B5EF4-FFF2-40B4-BE49-F238E27FC236}">
                <a16:creationId xmlns:a16="http://schemas.microsoft.com/office/drawing/2014/main" id="{2859517B-C416-43B3-746F-F3BE2690028D}"/>
              </a:ext>
            </a:extLst>
          </p:cNvPr>
          <p:cNvCxnSpPr>
            <a:cxnSpLocks/>
            <a:endCxn id="1028" idx="2"/>
          </p:cNvCxnSpPr>
          <p:nvPr/>
        </p:nvCxnSpPr>
        <p:spPr>
          <a:xfrm flipV="1">
            <a:off x="7358063" y="2494190"/>
            <a:ext cx="830833" cy="45719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53" name="Picture 10" descr="2 Pin RGB Led 5mm - Auto Flashing">
            <a:extLst>
              <a:ext uri="{FF2B5EF4-FFF2-40B4-BE49-F238E27FC236}">
                <a16:creationId xmlns:a16="http://schemas.microsoft.com/office/drawing/2014/main" id="{FC7F97A5-1AB2-1138-BE3E-11399747AA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49" t="13076" r="39507" b="13536"/>
          <a:stretch/>
        </p:blipFill>
        <p:spPr bwMode="auto">
          <a:xfrm rot="5400000">
            <a:off x="8882125" y="2028923"/>
            <a:ext cx="723553" cy="2636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12" descr="China 2 Pin Micro Switch Push Button Factory, Manufacturers and Suppliers -  Kaihua Electronics">
            <a:extLst>
              <a:ext uri="{FF2B5EF4-FFF2-40B4-BE49-F238E27FC236}">
                <a16:creationId xmlns:a16="http://schemas.microsoft.com/office/drawing/2014/main" id="{92D99957-B67E-601B-1BA3-5347E5D11E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600" t="15313" r="34267" b="5673"/>
          <a:stretch/>
        </p:blipFill>
        <p:spPr bwMode="auto">
          <a:xfrm rot="16200000">
            <a:off x="2010416" y="2212142"/>
            <a:ext cx="1591503" cy="2602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55" name="Straight Connector 1054">
            <a:extLst>
              <a:ext uri="{FF2B5EF4-FFF2-40B4-BE49-F238E27FC236}">
                <a16:creationId xmlns:a16="http://schemas.microsoft.com/office/drawing/2014/main" id="{DC6E2372-0679-151C-75F1-9B9E069B7764}"/>
              </a:ext>
            </a:extLst>
          </p:cNvPr>
          <p:cNvCxnSpPr>
            <a:cxnSpLocks/>
          </p:cNvCxnSpPr>
          <p:nvPr/>
        </p:nvCxnSpPr>
        <p:spPr>
          <a:xfrm>
            <a:off x="7358063" y="3487626"/>
            <a:ext cx="567816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846C77D8-8DB6-5A49-3CCE-C926E88832E9}"/>
              </a:ext>
            </a:extLst>
          </p:cNvPr>
          <p:cNvSpPr/>
          <p:nvPr/>
        </p:nvSpPr>
        <p:spPr>
          <a:xfrm>
            <a:off x="7358063" y="3161429"/>
            <a:ext cx="567816" cy="45719"/>
          </a:xfrm>
          <a:prstGeom prst="rect">
            <a:avLst/>
          </a:prstGeom>
          <a:solidFill>
            <a:srgbClr val="04B81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D5DBC9F1-4655-169C-DB16-ECDD80FBC533}"/>
              </a:ext>
            </a:extLst>
          </p:cNvPr>
          <p:cNvSpPr txBox="1"/>
          <p:nvPr/>
        </p:nvSpPr>
        <p:spPr>
          <a:xfrm>
            <a:off x="9439176" y="1606661"/>
            <a:ext cx="1348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3-pin led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B009025B-9DFD-57A8-5307-5FA5436F549B}"/>
              </a:ext>
            </a:extLst>
          </p:cNvPr>
          <p:cNvSpPr txBox="1"/>
          <p:nvPr/>
        </p:nvSpPr>
        <p:spPr>
          <a:xfrm>
            <a:off x="9244868" y="3742673"/>
            <a:ext cx="1348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2-pin led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133EEB25-6D34-CAD5-E073-6DE3E4FDA44A}"/>
              </a:ext>
            </a:extLst>
          </p:cNvPr>
          <p:cNvSpPr txBox="1"/>
          <p:nvPr/>
        </p:nvSpPr>
        <p:spPr>
          <a:xfrm>
            <a:off x="410599" y="3813155"/>
            <a:ext cx="18150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2-pin button</a:t>
            </a:r>
          </a:p>
        </p:txBody>
      </p:sp>
      <p:cxnSp>
        <p:nvCxnSpPr>
          <p:cNvPr id="1062" name="Straight Connector 1061">
            <a:extLst>
              <a:ext uri="{FF2B5EF4-FFF2-40B4-BE49-F238E27FC236}">
                <a16:creationId xmlns:a16="http://schemas.microsoft.com/office/drawing/2014/main" id="{79298A07-2A07-66D1-2092-98ADE48693D0}"/>
              </a:ext>
            </a:extLst>
          </p:cNvPr>
          <p:cNvCxnSpPr>
            <a:cxnSpLocks/>
          </p:cNvCxnSpPr>
          <p:nvPr/>
        </p:nvCxnSpPr>
        <p:spPr>
          <a:xfrm flipV="1">
            <a:off x="4003105" y="2950369"/>
            <a:ext cx="2226245" cy="115293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0B5CFCCC-7D46-BF9F-97C8-6A39D77AE2BF}"/>
              </a:ext>
            </a:extLst>
          </p:cNvPr>
          <p:cNvSpPr/>
          <p:nvPr/>
        </p:nvSpPr>
        <p:spPr>
          <a:xfrm rot="20576136">
            <a:off x="3992807" y="3260308"/>
            <a:ext cx="772604" cy="45719"/>
          </a:xfrm>
          <a:prstGeom prst="rect">
            <a:avLst/>
          </a:prstGeom>
          <a:solidFill>
            <a:srgbClr val="FF762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A3CCFA-716C-955E-5F1D-64832553ECB5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272897" y="864787"/>
            <a:ext cx="2754481" cy="1025066"/>
            <a:chOff x="842779" y="2150566"/>
            <a:chExt cx="3155892" cy="1174449"/>
          </a:xfrm>
        </p:grpSpPr>
        <p:pic>
          <p:nvPicPr>
            <p:cNvPr id="1026" name="Picture 2" descr="I2C OLED Display Module 0.91 Inch I2C SSD1306 OLED Display Module White I2C OLED Screen Driver DC 3.3V~5V">
              <a:extLst>
                <a:ext uri="{FF2B5EF4-FFF2-40B4-BE49-F238E27FC236}">
                  <a16:creationId xmlns:a16="http://schemas.microsoft.com/office/drawing/2014/main" id="{485BB01F-EF3C-F4B2-3EB7-F533B85106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4385" b="52917"/>
            <a:stretch/>
          </p:blipFill>
          <p:spPr bwMode="auto">
            <a:xfrm rot="10800000">
              <a:off x="842779" y="2150566"/>
              <a:ext cx="3155892" cy="1174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BE062D7-0DCA-C9B2-EE6B-EA4BF9DED2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53205" y="2259804"/>
              <a:ext cx="2505075" cy="9882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OLED screen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1DAE4AF-A617-3C76-A499-294B238AB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button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875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9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 Unicode MS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CONCIATORI</dc:creator>
  <cp:lastModifiedBy>Marco CONCIATORI</cp:lastModifiedBy>
  <cp:revision>7</cp:revision>
  <dcterms:created xsi:type="dcterms:W3CDTF">2025-05-28T22:12:49Z</dcterms:created>
  <dcterms:modified xsi:type="dcterms:W3CDTF">2025-05-28T23:27:27Z</dcterms:modified>
</cp:coreProperties>
</file>