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DF1"/>
    <a:srgbClr val="F14C60"/>
    <a:srgbClr val="47D45A"/>
    <a:srgbClr val="AF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2631622" y="0"/>
            <a:ext cx="6928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noProof="0" dirty="0"/>
              <a:t>Map from VR controllers to PS2 controller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A0BBC5-E0DA-7D11-3B48-968B9D02A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2" t="18526" r="52351" b="18737"/>
          <a:stretch>
            <a:fillRect/>
          </a:stretch>
        </p:blipFill>
        <p:spPr>
          <a:xfrm>
            <a:off x="283964" y="994729"/>
            <a:ext cx="3176338" cy="43024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CBF29D-F2CF-AEDB-20C3-628508EA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1" t="18527" r="12500" b="18736"/>
          <a:stretch>
            <a:fillRect/>
          </a:stretch>
        </p:blipFill>
        <p:spPr>
          <a:xfrm>
            <a:off x="8688585" y="994730"/>
            <a:ext cx="3219450" cy="4302493"/>
          </a:xfrm>
          <a:prstGeom prst="rect">
            <a:avLst/>
          </a:prstGeom>
        </p:spPr>
      </p:pic>
      <p:pic>
        <p:nvPicPr>
          <p:cNvPr id="26" name="Picture 25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1BBBF683-D236-7643-16BD-DB1C9AB35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961" y="3026336"/>
            <a:ext cx="6118077" cy="3823118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52FEF8E-FCE6-A7A6-2E07-1EACB2A00E6F}"/>
              </a:ext>
            </a:extLst>
          </p:cNvPr>
          <p:cNvCxnSpPr>
            <a:cxnSpLocks/>
          </p:cNvCxnSpPr>
          <p:nvPr/>
        </p:nvCxnSpPr>
        <p:spPr>
          <a:xfrm flipV="1">
            <a:off x="7802310" y="2300288"/>
            <a:ext cx="988356" cy="793290"/>
          </a:xfrm>
          <a:prstGeom prst="bentConnector3">
            <a:avLst>
              <a:gd name="adj1" fmla="val -114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1CB037-B20D-AFED-32A8-986B4E096002}"/>
              </a:ext>
            </a:extLst>
          </p:cNvPr>
          <p:cNvCxnSpPr>
            <a:cxnSpLocks/>
          </p:cNvCxnSpPr>
          <p:nvPr/>
        </p:nvCxnSpPr>
        <p:spPr>
          <a:xfrm>
            <a:off x="8033047" y="3093578"/>
            <a:ext cx="1975971" cy="260353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99CE06B-AF9F-A26F-C0E2-309D3B6EF9D1}"/>
              </a:ext>
            </a:extLst>
          </p:cNvPr>
          <p:cNvCxnSpPr>
            <a:cxnSpLocks/>
          </p:cNvCxnSpPr>
          <p:nvPr/>
        </p:nvCxnSpPr>
        <p:spPr>
          <a:xfrm rot="10800000">
            <a:off x="3381629" y="2323700"/>
            <a:ext cx="1008066" cy="769883"/>
          </a:xfrm>
          <a:prstGeom prst="bentConnector3">
            <a:avLst>
              <a:gd name="adj1" fmla="val -79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F6FF73-3054-4700-5173-B54F0993ED7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28481" y="3093573"/>
            <a:ext cx="2135875" cy="260357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2AD12F0-7543-3F1F-5502-498F7FEDDE3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8553" y="2533994"/>
            <a:ext cx="2625426" cy="1194212"/>
          </a:xfrm>
          <a:prstGeom prst="bentConnector3">
            <a:avLst>
              <a:gd name="adj1" fmla="val -308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4962186-F0BD-09B3-5D23-0B713CD89F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42331" y="2350352"/>
            <a:ext cx="2825727" cy="2349362"/>
          </a:xfrm>
          <a:prstGeom prst="bentConnector3">
            <a:avLst>
              <a:gd name="adj1" fmla="val 561"/>
            </a:avLst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1FE93030-6F0F-E789-D74C-63EA69B5D786}"/>
              </a:ext>
            </a:extLst>
          </p:cNvPr>
          <p:cNvCxnSpPr>
            <a:cxnSpLocks/>
          </p:cNvCxnSpPr>
          <p:nvPr/>
        </p:nvCxnSpPr>
        <p:spPr>
          <a:xfrm rot="10800000">
            <a:off x="2483645" y="1731169"/>
            <a:ext cx="5424065" cy="2071576"/>
          </a:xfrm>
          <a:prstGeom prst="bentConnector3">
            <a:avLst>
              <a:gd name="adj1" fmla="val 12660"/>
            </a:avLst>
          </a:prstGeom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9B3A2CF-2B32-5D3A-C3D2-23F75CA69727}"/>
              </a:ext>
            </a:extLst>
          </p:cNvPr>
          <p:cNvCxnSpPr>
            <a:cxnSpLocks/>
          </p:cNvCxnSpPr>
          <p:nvPr/>
        </p:nvCxnSpPr>
        <p:spPr>
          <a:xfrm rot="10800000">
            <a:off x="1872134" y="1990726"/>
            <a:ext cx="5383887" cy="2453089"/>
          </a:xfrm>
          <a:prstGeom prst="bentConnector3">
            <a:avLst>
              <a:gd name="adj1" fmla="val 6772"/>
            </a:avLst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8BD8463A-6CE5-CA6C-A31D-2A397A5B2314}"/>
              </a:ext>
            </a:extLst>
          </p:cNvPr>
          <p:cNvSpPr txBox="1"/>
          <p:nvPr/>
        </p:nvSpPr>
        <p:spPr>
          <a:xfrm>
            <a:off x="2698460" y="3421168"/>
            <a:ext cx="454938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L2</a:t>
            </a:r>
            <a:endParaRPr lang="en-US" noProof="0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68D99C4A-BC4E-2D2B-4D25-FF180587A448}"/>
              </a:ext>
            </a:extLst>
          </p:cNvPr>
          <p:cNvSpPr txBox="1"/>
          <p:nvPr/>
        </p:nvSpPr>
        <p:spPr>
          <a:xfrm>
            <a:off x="8999758" y="3416307"/>
            <a:ext cx="455943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R2</a:t>
            </a:r>
            <a:endParaRPr lang="en-US" noProof="0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E644CD48-8B91-D093-0661-0C671170AD0F}"/>
              </a:ext>
            </a:extLst>
          </p:cNvPr>
          <p:cNvSpPr txBox="1"/>
          <p:nvPr/>
        </p:nvSpPr>
        <p:spPr>
          <a:xfrm>
            <a:off x="4472978" y="2323700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L1</a:t>
            </a:r>
            <a:endParaRPr lang="en-US" noProof="0" dirty="0"/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6DAC32EB-4C26-B0F7-D85D-9F055C565B70}"/>
              </a:ext>
            </a:extLst>
          </p:cNvPr>
          <p:cNvSpPr txBox="1"/>
          <p:nvPr/>
        </p:nvSpPr>
        <p:spPr>
          <a:xfrm>
            <a:off x="7789668" y="1861908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R1</a:t>
            </a:r>
            <a:endParaRPr lang="en-US" noProof="0" dirty="0"/>
          </a:p>
        </p:txBody>
      </p:sp>
      <p:cxnSp>
        <p:nvCxnSpPr>
          <p:cNvPr id="1047" name="Connector: Elbow 1046">
            <a:extLst>
              <a:ext uri="{FF2B5EF4-FFF2-40B4-BE49-F238E27FC236}">
                <a16:creationId xmlns:a16="http://schemas.microsoft.com/office/drawing/2014/main" id="{05DA4163-9168-D86B-FBA5-1B263E5250D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91609" y="1905876"/>
            <a:ext cx="3842114" cy="3148022"/>
          </a:xfrm>
          <a:prstGeom prst="bentConnector3">
            <a:avLst>
              <a:gd name="adj1" fmla="val 399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: Elbow 1054">
            <a:extLst>
              <a:ext uri="{FF2B5EF4-FFF2-40B4-BE49-F238E27FC236}">
                <a16:creationId xmlns:a16="http://schemas.microsoft.com/office/drawing/2014/main" id="{67F6A85F-7228-CB32-76F3-062FA555DD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79444" y="1884711"/>
            <a:ext cx="3842115" cy="3190352"/>
          </a:xfrm>
          <a:prstGeom prst="bentConnector3">
            <a:avLst>
              <a:gd name="adj1" fmla="val 177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: Elbow 1062">
            <a:extLst>
              <a:ext uri="{FF2B5EF4-FFF2-40B4-BE49-F238E27FC236}">
                <a16:creationId xmlns:a16="http://schemas.microsoft.com/office/drawing/2014/main" id="{E00A4436-2F4C-4EA4-5A3F-292FE171B262}"/>
              </a:ext>
            </a:extLst>
          </p:cNvPr>
          <p:cNvCxnSpPr>
            <a:cxnSpLocks/>
            <a:endCxn id="1064" idx="2"/>
          </p:cNvCxnSpPr>
          <p:nvPr/>
        </p:nvCxnSpPr>
        <p:spPr>
          <a:xfrm rot="5400000" flipH="1" flipV="1">
            <a:off x="10615433" y="1259053"/>
            <a:ext cx="702342" cy="49256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B397BAE-D6D9-4EC2-D785-160CB76EB4EB}"/>
              </a:ext>
            </a:extLst>
          </p:cNvPr>
          <p:cNvSpPr txBox="1"/>
          <p:nvPr/>
        </p:nvSpPr>
        <p:spPr>
          <a:xfrm>
            <a:off x="10429876" y="261610"/>
            <a:ext cx="1566016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Reserved by the VR. </a:t>
            </a:r>
            <a:r>
              <a:rPr lang="en-US" sz="1600" noProof="0" dirty="0"/>
              <a:t>Opens the VR menu</a:t>
            </a:r>
          </a:p>
        </p:txBody>
      </p:sp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3CC03235-D844-7C79-905C-2249FB0CC815}"/>
              </a:ext>
            </a:extLst>
          </p:cNvPr>
          <p:cNvCxnSpPr>
            <a:cxnSpLocks/>
            <a:endCxn id="1068" idx="2"/>
          </p:cNvCxnSpPr>
          <p:nvPr/>
        </p:nvCxnSpPr>
        <p:spPr>
          <a:xfrm rot="16200000" flipV="1">
            <a:off x="869877" y="1329200"/>
            <a:ext cx="827675" cy="47760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7A23DA0-19F2-25DE-6FFF-E8402F2CE19F}"/>
              </a:ext>
            </a:extLst>
          </p:cNvPr>
          <p:cNvSpPr txBox="1"/>
          <p:nvPr/>
        </p:nvSpPr>
        <p:spPr>
          <a:xfrm>
            <a:off x="194758" y="261610"/>
            <a:ext cx="1700311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Reserved by the App. </a:t>
            </a:r>
            <a:r>
              <a:rPr lang="en-US" sz="1600" noProof="0" dirty="0"/>
              <a:t>Opens the App menu</a:t>
            </a:r>
          </a:p>
        </p:txBody>
      </p: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A7954A20-024D-A703-202D-BFD3082AE9E5}"/>
              </a:ext>
            </a:extLst>
          </p:cNvPr>
          <p:cNvCxnSpPr>
            <a:cxnSpLocks/>
          </p:cNvCxnSpPr>
          <p:nvPr/>
        </p:nvCxnSpPr>
        <p:spPr>
          <a:xfrm rot="10800000">
            <a:off x="2145260" y="1505333"/>
            <a:ext cx="3415234" cy="2938482"/>
          </a:xfrm>
          <a:prstGeom prst="bentConnector3">
            <a:avLst>
              <a:gd name="adj1" fmla="val 205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: Elbow 1073">
            <a:extLst>
              <a:ext uri="{FF2B5EF4-FFF2-40B4-BE49-F238E27FC236}">
                <a16:creationId xmlns:a16="http://schemas.microsoft.com/office/drawing/2014/main" id="{43E24337-769A-9A84-BD6B-7A511871D5B0}"/>
              </a:ext>
            </a:extLst>
          </p:cNvPr>
          <p:cNvCxnSpPr>
            <a:cxnSpLocks/>
          </p:cNvCxnSpPr>
          <p:nvPr/>
        </p:nvCxnSpPr>
        <p:spPr>
          <a:xfrm flipV="1">
            <a:off x="6602354" y="1505333"/>
            <a:ext cx="3406664" cy="2938480"/>
          </a:xfrm>
          <a:prstGeom prst="bentConnector3">
            <a:avLst>
              <a:gd name="adj1" fmla="val 331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TextBox 1081">
            <a:extLst>
              <a:ext uri="{FF2B5EF4-FFF2-40B4-BE49-F238E27FC236}">
                <a16:creationId xmlns:a16="http://schemas.microsoft.com/office/drawing/2014/main" id="{0869E331-1CFA-CA17-DED3-50C431B3C82B}"/>
              </a:ext>
            </a:extLst>
          </p:cNvPr>
          <p:cNvSpPr txBox="1"/>
          <p:nvPr/>
        </p:nvSpPr>
        <p:spPr>
          <a:xfrm>
            <a:off x="3704533" y="795952"/>
            <a:ext cx="1781593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Left Joystick </a:t>
            </a:r>
            <a:r>
              <a:rPr lang="en-US" b="1" noProof="0" dirty="0"/>
              <a:t>CLICK</a:t>
            </a:r>
            <a:r>
              <a:rPr lang="en-US" noProof="0" dirty="0"/>
              <a:t> is Select</a:t>
            </a:r>
          </a:p>
        </p:txBody>
      </p:sp>
      <p:sp>
        <p:nvSpPr>
          <p:cNvPr id="1083" name="TextBox 1082">
            <a:extLst>
              <a:ext uri="{FF2B5EF4-FFF2-40B4-BE49-F238E27FC236}">
                <a16:creationId xmlns:a16="http://schemas.microsoft.com/office/drawing/2014/main" id="{C8A56F52-85D4-E62D-25B8-3D9F9F2E8A4A}"/>
              </a:ext>
            </a:extLst>
          </p:cNvPr>
          <p:cNvSpPr txBox="1"/>
          <p:nvPr/>
        </p:nvSpPr>
        <p:spPr>
          <a:xfrm>
            <a:off x="6811564" y="795952"/>
            <a:ext cx="1667811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Right Joystick </a:t>
            </a:r>
            <a:r>
              <a:rPr lang="en-US" b="1" dirty="0"/>
              <a:t>CLICK</a:t>
            </a:r>
            <a:r>
              <a:rPr lang="en-US" noProof="0" dirty="0"/>
              <a:t> is Start</a:t>
            </a:r>
          </a:p>
        </p:txBody>
      </p: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39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40</cp:revision>
  <dcterms:created xsi:type="dcterms:W3CDTF">2025-04-12T23:11:29Z</dcterms:created>
  <dcterms:modified xsi:type="dcterms:W3CDTF">2026-04-06T15:04:29Z</dcterms:modified>
</cp:coreProperties>
</file>