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DDF1"/>
    <a:srgbClr val="F14C60"/>
    <a:srgbClr val="47D45A"/>
    <a:srgbClr val="AF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DD1C5-450D-0569-BBF8-8A0FA0C0D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9C43E-FCE4-781E-E676-6114FD1C83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65C20-5248-C746-1239-C0794793F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B726D-AB14-1E86-EF9F-8B8DC62F0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694FB-D87A-C007-B34A-F42F00A2E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864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3F7C-4B7A-92BE-CC31-48FD58DFA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C4C42-C47A-8E90-9DA6-49CD3F2EC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B850F-7ABF-B2EB-5BA1-1FA8EDE96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2F4F1-4F98-8626-BEF8-23F7A7346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6E388-2A71-B6EB-69D8-4251C7B3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72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E6A0C-8B03-CCCD-1BE9-BA6A49215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1FAC3-2756-7A7F-1A02-F557BD27A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9B17F-CFEF-6D19-F89D-2A3F07B85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84C85-253C-67F6-5A77-111AD1868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68689-8F75-90A7-BF8C-BC8F9AC4F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205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9A52A-1167-EBAB-AB3F-8EEDA4013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120E3-490E-3B58-6455-F456A12F99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47536E-3EEB-6563-AD09-4D346AF450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26B965-B3E7-A631-A286-D3F1EFDD9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6AFD73-1C2B-CFBC-CBFC-58226DFB2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25FB7-1F94-18D5-2401-736F8F02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681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484DB-6C48-7A98-A04F-392CF0953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26C66-EA19-5512-20AB-B4BB3879C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59F72B-BF64-E723-724A-F962ACD411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988320-664E-BDFC-8FDC-5B38101F70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C51965-FD5B-219E-9F0D-B9A7F52CE7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4FB158-9786-5040-AF88-FEE7F9E3E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0B7437-B793-30E3-3563-66C77C1B0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BBD666-F286-E878-8F52-E55132AFD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352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DFB72-512B-D01A-9D9B-9D8250D1E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9AF3A6-23CF-C4CB-5118-C553D6EF7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41F648-9DFE-052D-54B1-4421C7869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85EDA2-A7B1-EE32-D69D-89930EAFD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88680C-DC20-198A-4384-5762BD0EF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015E55-26D0-C402-9A03-0CE045436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05291-23F1-37D6-5EBC-120A607C2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848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95E8A-6174-B7DB-C647-94B3387F4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6A692-F9A2-D5AB-7987-E7F39EC9F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56469-0FA0-4E80-D6D1-02F040BD1F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D19AD0-D7E5-63BE-998B-36C2B68D5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E54594-8821-0603-121B-869E4315B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E162E9-C7DB-F8F5-911E-62A59ADDF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229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BE7F4-9FA3-0DD1-F3CA-636921491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B6079A-609B-7020-C18B-164C51CDE4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3E7586-A55A-BE63-6CF7-0E0B34BBE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6E671-5C93-C48F-36B8-CF5577388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35AB17-25D9-DEE5-B4FD-01E0ACEEB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E99B7-3124-429E-E13F-59E1F586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664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9B74E-7160-C086-C99F-115B21589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58E373-DE2D-1708-9AD3-CC62E7B36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8E4C2-3449-98A6-017E-DEE24FD54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776FD-09AB-8CA6-B83A-E038A2837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E64C2-80AF-51B5-AE43-75178BBB4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929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01E4B9-7C7C-AF99-9D4B-533896B528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89F9C0-C17A-D43D-BB18-E7DC62C67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C512E-175C-3449-2465-80266EF82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A4E80-EAAF-A8E8-25EC-1E63692FD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C1761-E0A6-0E85-3B96-D7BFE21C7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932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4425B4-4E65-FCF7-B3D1-C112F8551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F6C04-B58B-28BB-00A3-31201CDEA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E0770-4535-3850-E339-CF88641C6A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B78028-44F6-416E-B0AB-FAA3EA91683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0A96A-5E0A-9B41-9BFB-8C72CA8A1C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C1EA0-6A79-0210-7438-D474748F0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6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797554-1CC4-FD42-DCFA-037EB3340E2E}"/>
              </a:ext>
            </a:extLst>
          </p:cNvPr>
          <p:cNvSpPr txBox="1"/>
          <p:nvPr/>
        </p:nvSpPr>
        <p:spPr>
          <a:xfrm>
            <a:off x="2631622" y="0"/>
            <a:ext cx="69287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noProof="0" dirty="0"/>
              <a:t>Map from VR controllers to PS2 controller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A0BBC5-E0DA-7D11-3B48-968B9D02AB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2" t="18526" r="52351" b="18737"/>
          <a:stretch>
            <a:fillRect/>
          </a:stretch>
        </p:blipFill>
        <p:spPr>
          <a:xfrm>
            <a:off x="283964" y="994729"/>
            <a:ext cx="3176338" cy="43024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CBF29D-F2CF-AEDB-20C3-628508EAAB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91" t="18527" r="12500" b="18736"/>
          <a:stretch>
            <a:fillRect/>
          </a:stretch>
        </p:blipFill>
        <p:spPr>
          <a:xfrm>
            <a:off x="8688585" y="994730"/>
            <a:ext cx="3219450" cy="4302493"/>
          </a:xfrm>
          <a:prstGeom prst="rect">
            <a:avLst/>
          </a:prstGeom>
        </p:spPr>
      </p:pic>
      <p:pic>
        <p:nvPicPr>
          <p:cNvPr id="26" name="Picture 25" descr="A black video game controller&#10;&#10;AI-generated content may be incorrect.">
            <a:extLst>
              <a:ext uri="{FF2B5EF4-FFF2-40B4-BE49-F238E27FC236}">
                <a16:creationId xmlns:a16="http://schemas.microsoft.com/office/drawing/2014/main" id="{1BBBF683-D236-7643-16BD-DB1C9AB35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961" y="3026336"/>
            <a:ext cx="6118077" cy="3823118"/>
          </a:xfrm>
          <a:prstGeom prst="rect">
            <a:avLst/>
          </a:prstGeom>
        </p:spPr>
      </p:pic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D52FEF8E-FCE6-A7A6-2E07-1EACB2A00E6F}"/>
              </a:ext>
            </a:extLst>
          </p:cNvPr>
          <p:cNvCxnSpPr>
            <a:cxnSpLocks/>
          </p:cNvCxnSpPr>
          <p:nvPr/>
        </p:nvCxnSpPr>
        <p:spPr>
          <a:xfrm flipV="1">
            <a:off x="7802310" y="2300288"/>
            <a:ext cx="988356" cy="793290"/>
          </a:xfrm>
          <a:prstGeom prst="bentConnector3">
            <a:avLst>
              <a:gd name="adj1" fmla="val -114"/>
            </a:avLst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0C1CB037-B20D-AFED-32A8-986B4E096002}"/>
              </a:ext>
            </a:extLst>
          </p:cNvPr>
          <p:cNvCxnSpPr>
            <a:cxnSpLocks/>
          </p:cNvCxnSpPr>
          <p:nvPr/>
        </p:nvCxnSpPr>
        <p:spPr>
          <a:xfrm>
            <a:off x="8033047" y="3093578"/>
            <a:ext cx="1975971" cy="260353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C99CE06B-AF9F-A26F-C0E2-309D3B6EF9D1}"/>
              </a:ext>
            </a:extLst>
          </p:cNvPr>
          <p:cNvCxnSpPr>
            <a:cxnSpLocks/>
          </p:cNvCxnSpPr>
          <p:nvPr/>
        </p:nvCxnSpPr>
        <p:spPr>
          <a:xfrm rot="10800000">
            <a:off x="3381629" y="2323700"/>
            <a:ext cx="1008066" cy="769883"/>
          </a:xfrm>
          <a:prstGeom prst="bentConnector3">
            <a:avLst>
              <a:gd name="adj1" fmla="val -79"/>
            </a:avLst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C0F6FF73-3054-4700-5173-B54F0993ED78}"/>
              </a:ext>
            </a:extLst>
          </p:cNvPr>
          <p:cNvCxnSpPr>
            <a:cxnSpLocks/>
          </p:cNvCxnSpPr>
          <p:nvPr/>
        </p:nvCxnSpPr>
        <p:spPr>
          <a:xfrm rot="10800000" flipV="1">
            <a:off x="2128481" y="3093573"/>
            <a:ext cx="2135875" cy="260357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32AD12F0-7543-3F1F-5502-498F7FEDDE3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898553" y="2533994"/>
            <a:ext cx="2625426" cy="1194212"/>
          </a:xfrm>
          <a:prstGeom prst="bentConnector3">
            <a:avLst>
              <a:gd name="adj1" fmla="val -308"/>
            </a:avLst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04962186-F0BD-09B3-5D23-0B713CD89F2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842331" y="2350352"/>
            <a:ext cx="2825727" cy="2349362"/>
          </a:xfrm>
          <a:prstGeom prst="bentConnector3">
            <a:avLst>
              <a:gd name="adj1" fmla="val 561"/>
            </a:avLst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1FE93030-6F0F-E789-D74C-63EA69B5D786}"/>
              </a:ext>
            </a:extLst>
          </p:cNvPr>
          <p:cNvCxnSpPr>
            <a:cxnSpLocks/>
          </p:cNvCxnSpPr>
          <p:nvPr/>
        </p:nvCxnSpPr>
        <p:spPr>
          <a:xfrm rot="10800000">
            <a:off x="2483645" y="1731169"/>
            <a:ext cx="5424065" cy="2071576"/>
          </a:xfrm>
          <a:prstGeom prst="bentConnector3">
            <a:avLst>
              <a:gd name="adj1" fmla="val 12660"/>
            </a:avLst>
          </a:prstGeom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B9B3A2CF-2B32-5D3A-C3D2-23F75CA69727}"/>
              </a:ext>
            </a:extLst>
          </p:cNvPr>
          <p:cNvCxnSpPr>
            <a:cxnSpLocks/>
          </p:cNvCxnSpPr>
          <p:nvPr/>
        </p:nvCxnSpPr>
        <p:spPr>
          <a:xfrm rot="10800000">
            <a:off x="1872134" y="1990726"/>
            <a:ext cx="5383887" cy="2453089"/>
          </a:xfrm>
          <a:prstGeom prst="bentConnector3">
            <a:avLst>
              <a:gd name="adj1" fmla="val 6772"/>
            </a:avLst>
          </a:prstGeom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3" name="TextBox 1042">
            <a:extLst>
              <a:ext uri="{FF2B5EF4-FFF2-40B4-BE49-F238E27FC236}">
                <a16:creationId xmlns:a16="http://schemas.microsoft.com/office/drawing/2014/main" id="{8BD8463A-6CE5-CA6C-A31D-2A397A5B2314}"/>
              </a:ext>
            </a:extLst>
          </p:cNvPr>
          <p:cNvSpPr txBox="1"/>
          <p:nvPr/>
        </p:nvSpPr>
        <p:spPr>
          <a:xfrm>
            <a:off x="2698460" y="3421168"/>
            <a:ext cx="454938" cy="369332"/>
          </a:xfrm>
          <a:prstGeom prst="rect">
            <a:avLst/>
          </a:prstGeom>
          <a:noFill/>
          <a:ln w="28575"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noProof="0" dirty="0"/>
              <a:t>L2</a:t>
            </a:r>
            <a:endParaRPr lang="en-US" noProof="0" dirty="0"/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68D99C4A-BC4E-2D2B-4D25-FF180587A448}"/>
              </a:ext>
            </a:extLst>
          </p:cNvPr>
          <p:cNvSpPr txBox="1"/>
          <p:nvPr/>
        </p:nvSpPr>
        <p:spPr>
          <a:xfrm>
            <a:off x="8999758" y="3416307"/>
            <a:ext cx="455943" cy="369332"/>
          </a:xfrm>
          <a:prstGeom prst="rect">
            <a:avLst/>
          </a:prstGeom>
          <a:noFill/>
          <a:ln w="28575"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noProof="0" dirty="0"/>
              <a:t>R2</a:t>
            </a:r>
            <a:endParaRPr lang="en-US" noProof="0" dirty="0"/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E644CD48-8B91-D093-0661-0C671170AD0F}"/>
              </a:ext>
            </a:extLst>
          </p:cNvPr>
          <p:cNvSpPr txBox="1"/>
          <p:nvPr/>
        </p:nvSpPr>
        <p:spPr>
          <a:xfrm>
            <a:off x="4472978" y="2323700"/>
            <a:ext cx="454938" cy="369332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noProof="0" dirty="0"/>
              <a:t>L1</a:t>
            </a:r>
            <a:endParaRPr lang="en-US" noProof="0" dirty="0"/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6DAC32EB-4C26-B0F7-D85D-9F055C565B70}"/>
              </a:ext>
            </a:extLst>
          </p:cNvPr>
          <p:cNvSpPr txBox="1"/>
          <p:nvPr/>
        </p:nvSpPr>
        <p:spPr>
          <a:xfrm>
            <a:off x="7789668" y="1861908"/>
            <a:ext cx="454938" cy="369332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noProof="0" dirty="0"/>
              <a:t>R1</a:t>
            </a:r>
            <a:endParaRPr lang="en-US" noProof="0" dirty="0"/>
          </a:p>
        </p:txBody>
      </p:sp>
      <p:cxnSp>
        <p:nvCxnSpPr>
          <p:cNvPr id="1047" name="Connector: Elbow 1046">
            <a:extLst>
              <a:ext uri="{FF2B5EF4-FFF2-40B4-BE49-F238E27FC236}">
                <a16:creationId xmlns:a16="http://schemas.microsoft.com/office/drawing/2014/main" id="{05DA4163-9168-D86B-FBA5-1B263E5250D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691609" y="1905876"/>
            <a:ext cx="3842114" cy="3148022"/>
          </a:xfrm>
          <a:prstGeom prst="bentConnector3">
            <a:avLst>
              <a:gd name="adj1" fmla="val 399"/>
            </a:avLst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5" name="Connector: Elbow 1054">
            <a:extLst>
              <a:ext uri="{FF2B5EF4-FFF2-40B4-BE49-F238E27FC236}">
                <a16:creationId xmlns:a16="http://schemas.microsoft.com/office/drawing/2014/main" id="{67F6A85F-7228-CB32-76F3-062FA555DDA7}"/>
              </a:ext>
            </a:extLst>
          </p:cNvPr>
          <p:cNvCxnSpPr>
            <a:cxnSpLocks/>
          </p:cNvCxnSpPr>
          <p:nvPr/>
        </p:nvCxnSpPr>
        <p:spPr>
          <a:xfrm rot="16200000" flipV="1">
            <a:off x="1679444" y="1884711"/>
            <a:ext cx="3842115" cy="3190352"/>
          </a:xfrm>
          <a:prstGeom prst="bentConnector3">
            <a:avLst>
              <a:gd name="adj1" fmla="val 177"/>
            </a:avLst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3" name="Connector: Elbow 1062">
            <a:extLst>
              <a:ext uri="{FF2B5EF4-FFF2-40B4-BE49-F238E27FC236}">
                <a16:creationId xmlns:a16="http://schemas.microsoft.com/office/drawing/2014/main" id="{E00A4436-2F4C-4EA4-5A3F-292FE171B262}"/>
              </a:ext>
            </a:extLst>
          </p:cNvPr>
          <p:cNvCxnSpPr>
            <a:cxnSpLocks/>
            <a:endCxn id="1064" idx="2"/>
          </p:cNvCxnSpPr>
          <p:nvPr/>
        </p:nvCxnSpPr>
        <p:spPr>
          <a:xfrm rot="5400000" flipH="1" flipV="1">
            <a:off x="10615433" y="1259053"/>
            <a:ext cx="702342" cy="492560"/>
          </a:xfrm>
          <a:prstGeom prst="bentConnector3">
            <a:avLst>
              <a:gd name="adj1" fmla="val 50000"/>
            </a:avLst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4" name="TextBox 1063">
            <a:extLst>
              <a:ext uri="{FF2B5EF4-FFF2-40B4-BE49-F238E27FC236}">
                <a16:creationId xmlns:a16="http://schemas.microsoft.com/office/drawing/2014/main" id="{DB397BAE-D6D9-4EC2-D785-160CB76EB4EB}"/>
              </a:ext>
            </a:extLst>
          </p:cNvPr>
          <p:cNvSpPr txBox="1"/>
          <p:nvPr/>
        </p:nvSpPr>
        <p:spPr>
          <a:xfrm>
            <a:off x="10429876" y="261610"/>
            <a:ext cx="1566016" cy="892552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noProof="0" dirty="0"/>
              <a:t>Reserved by the VR. </a:t>
            </a:r>
            <a:r>
              <a:rPr lang="en-US" sz="1600" noProof="0" dirty="0"/>
              <a:t>Opens the VR menu</a:t>
            </a:r>
          </a:p>
        </p:txBody>
      </p:sp>
      <p:cxnSp>
        <p:nvCxnSpPr>
          <p:cNvPr id="1067" name="Connector: Elbow 1066">
            <a:extLst>
              <a:ext uri="{FF2B5EF4-FFF2-40B4-BE49-F238E27FC236}">
                <a16:creationId xmlns:a16="http://schemas.microsoft.com/office/drawing/2014/main" id="{3CC03235-D844-7C79-905C-2249FB0CC815}"/>
              </a:ext>
            </a:extLst>
          </p:cNvPr>
          <p:cNvCxnSpPr>
            <a:cxnSpLocks/>
            <a:endCxn id="1068" idx="2"/>
          </p:cNvCxnSpPr>
          <p:nvPr/>
        </p:nvCxnSpPr>
        <p:spPr>
          <a:xfrm rot="16200000" flipV="1">
            <a:off x="869877" y="1329200"/>
            <a:ext cx="827675" cy="477600"/>
          </a:xfrm>
          <a:prstGeom prst="bentConnector3">
            <a:avLst>
              <a:gd name="adj1" fmla="val 50000"/>
            </a:avLst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8" name="TextBox 1067">
            <a:extLst>
              <a:ext uri="{FF2B5EF4-FFF2-40B4-BE49-F238E27FC236}">
                <a16:creationId xmlns:a16="http://schemas.microsoft.com/office/drawing/2014/main" id="{17A23DA0-19F2-25DE-6FFF-E8402F2CE19F}"/>
              </a:ext>
            </a:extLst>
          </p:cNvPr>
          <p:cNvSpPr txBox="1"/>
          <p:nvPr/>
        </p:nvSpPr>
        <p:spPr>
          <a:xfrm>
            <a:off x="194758" y="261610"/>
            <a:ext cx="1700311" cy="892552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noProof="0" dirty="0"/>
              <a:t>Reserved by the App. </a:t>
            </a:r>
            <a:r>
              <a:rPr lang="en-US" sz="1600" noProof="0" dirty="0"/>
              <a:t>Opens the App menu</a:t>
            </a:r>
          </a:p>
        </p:txBody>
      </p:sp>
      <p:cxnSp>
        <p:nvCxnSpPr>
          <p:cNvPr id="1070" name="Connector: Elbow 1069">
            <a:extLst>
              <a:ext uri="{FF2B5EF4-FFF2-40B4-BE49-F238E27FC236}">
                <a16:creationId xmlns:a16="http://schemas.microsoft.com/office/drawing/2014/main" id="{A7954A20-024D-A703-202D-BFD3082AE9E5}"/>
              </a:ext>
            </a:extLst>
          </p:cNvPr>
          <p:cNvCxnSpPr>
            <a:cxnSpLocks/>
          </p:cNvCxnSpPr>
          <p:nvPr/>
        </p:nvCxnSpPr>
        <p:spPr>
          <a:xfrm rot="10800000">
            <a:off x="2145260" y="1505333"/>
            <a:ext cx="3415234" cy="2938482"/>
          </a:xfrm>
          <a:prstGeom prst="bentConnector3">
            <a:avLst>
              <a:gd name="adj1" fmla="val 205"/>
            </a:avLst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4" name="Connector: Elbow 1073">
            <a:extLst>
              <a:ext uri="{FF2B5EF4-FFF2-40B4-BE49-F238E27FC236}">
                <a16:creationId xmlns:a16="http://schemas.microsoft.com/office/drawing/2014/main" id="{43E24337-769A-9A84-BD6B-7A511871D5B0}"/>
              </a:ext>
            </a:extLst>
          </p:cNvPr>
          <p:cNvCxnSpPr>
            <a:cxnSpLocks/>
          </p:cNvCxnSpPr>
          <p:nvPr/>
        </p:nvCxnSpPr>
        <p:spPr>
          <a:xfrm flipV="1">
            <a:off x="6602354" y="1505333"/>
            <a:ext cx="3406664" cy="2938480"/>
          </a:xfrm>
          <a:prstGeom prst="bentConnector3">
            <a:avLst>
              <a:gd name="adj1" fmla="val 331"/>
            </a:avLst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2" name="TextBox 1081">
            <a:extLst>
              <a:ext uri="{FF2B5EF4-FFF2-40B4-BE49-F238E27FC236}">
                <a16:creationId xmlns:a16="http://schemas.microsoft.com/office/drawing/2014/main" id="{0869E331-1CFA-CA17-DED3-50C431B3C82B}"/>
              </a:ext>
            </a:extLst>
          </p:cNvPr>
          <p:cNvSpPr txBox="1"/>
          <p:nvPr/>
        </p:nvSpPr>
        <p:spPr>
          <a:xfrm>
            <a:off x="3704533" y="795952"/>
            <a:ext cx="1781593" cy="64633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noProof="0" dirty="0"/>
              <a:t>Left Joystick </a:t>
            </a:r>
            <a:r>
              <a:rPr lang="en-US" b="1" noProof="0" dirty="0"/>
              <a:t>CLICK</a:t>
            </a:r>
            <a:r>
              <a:rPr lang="en-US" noProof="0" dirty="0"/>
              <a:t> is Select</a:t>
            </a:r>
          </a:p>
        </p:txBody>
      </p:sp>
      <p:sp>
        <p:nvSpPr>
          <p:cNvPr id="1083" name="TextBox 1082">
            <a:extLst>
              <a:ext uri="{FF2B5EF4-FFF2-40B4-BE49-F238E27FC236}">
                <a16:creationId xmlns:a16="http://schemas.microsoft.com/office/drawing/2014/main" id="{C8A56F52-85D4-E62D-25B8-3D9F9F2E8A4A}"/>
              </a:ext>
            </a:extLst>
          </p:cNvPr>
          <p:cNvSpPr txBox="1"/>
          <p:nvPr/>
        </p:nvSpPr>
        <p:spPr>
          <a:xfrm>
            <a:off x="6811564" y="795952"/>
            <a:ext cx="1667811" cy="64633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noProof="0" dirty="0"/>
              <a:t>Right Joystick </a:t>
            </a:r>
            <a:r>
              <a:rPr lang="en-US" b="1" dirty="0"/>
              <a:t>CLICK</a:t>
            </a:r>
            <a:r>
              <a:rPr lang="en-US" noProof="0" dirty="0"/>
              <a:t> is Start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B29C44-256F-0BD0-2B8F-AF209C3CB6A3}"/>
              </a:ext>
            </a:extLst>
          </p:cNvPr>
          <p:cNvSpPr/>
          <p:nvPr/>
        </p:nvSpPr>
        <p:spPr>
          <a:xfrm>
            <a:off x="3671196" y="3920412"/>
            <a:ext cx="1242433" cy="10778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E753E20C-E36D-6F59-3416-CEFE630D2E8E}"/>
              </a:ext>
            </a:extLst>
          </p:cNvPr>
          <p:cNvCxnSpPr>
            <a:cxnSpLocks/>
            <a:stCxn id="7" idx="3"/>
            <a:endCxn id="2" idx="1"/>
          </p:cNvCxnSpPr>
          <p:nvPr/>
        </p:nvCxnSpPr>
        <p:spPr>
          <a:xfrm flipV="1">
            <a:off x="2033547" y="4459328"/>
            <a:ext cx="1637649" cy="1662839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E4D12E5-B8A5-AE15-0784-CA1D41403AA9}"/>
              </a:ext>
            </a:extLst>
          </p:cNvPr>
          <p:cNvSpPr txBox="1"/>
          <p:nvPr/>
        </p:nvSpPr>
        <p:spPr>
          <a:xfrm>
            <a:off x="533881" y="5660502"/>
            <a:ext cx="1499666" cy="9233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noProof="0" dirty="0"/>
              <a:t>Not mapped in the VR controllers!</a:t>
            </a:r>
            <a:endParaRPr lang="en-US" sz="1600" noProof="0" dirty="0"/>
          </a:p>
        </p:txBody>
      </p:sp>
    </p:spTree>
    <p:extLst>
      <p:ext uri="{BB962C8B-B14F-4D97-AF65-F5344CB8AC3E}">
        <p14:creationId xmlns:p14="http://schemas.microsoft.com/office/powerpoint/2010/main" val="1195902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</TotalTime>
  <Words>46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CONCIATORI</dc:creator>
  <cp:lastModifiedBy>Marco CONCIATORI</cp:lastModifiedBy>
  <cp:revision>44</cp:revision>
  <dcterms:created xsi:type="dcterms:W3CDTF">2025-04-12T23:11:29Z</dcterms:created>
  <dcterms:modified xsi:type="dcterms:W3CDTF">2026-04-06T15:26:23Z</dcterms:modified>
</cp:coreProperties>
</file>